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Libre Franklin Medium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xoD2KpHHazB0N56h5bZBI+pzW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15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font" Target="fonts/Garamond-regular.fntdata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LibreFranklinMedium-regular.fntdata"/><Relationship Id="rId16" Type="http://schemas.openxmlformats.org/officeDocument/2006/relationships/font" Target="fonts/Garamon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FranklinMedium-italic.fntdata"/><Relationship Id="rId6" Type="http://schemas.openxmlformats.org/officeDocument/2006/relationships/slide" Target="slides/slide1.xml"/><Relationship Id="rId18" Type="http://schemas.openxmlformats.org/officeDocument/2006/relationships/font" Target="fonts/LibreFranklin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Software/Hardware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(Registered on portal)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98120" y="0"/>
            <a:ext cx="10972800" cy="937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04" name="Google Shape;104;p2"/>
          <p:cNvSpPr/>
          <p:nvPr/>
        </p:nvSpPr>
        <p:spPr>
          <a:xfrm>
            <a:off x="329565" y="252095"/>
            <a:ext cx="2081530" cy="80708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CODESTRIX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46100" y="1722755"/>
            <a:ext cx="5419090" cy="4246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IDEA / SOLUTION : </a:t>
            </a:r>
            <a:endParaRPr sz="180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of a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Time-based itunique One-time Handshake (OTH)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Mechanism specialized for low network zones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USSD triggered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offline authentication mechanism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Advanced QR based high speed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multi-factor authentication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UID,phone number and stamp to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 authenticate/authorize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user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Alternative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IMEI based OTH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methodology for button phone uses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Capability to work efficiently without internet even in low network zones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243955" y="3891915"/>
            <a:ext cx="5513070" cy="2030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Unique Value Propositions (UVP) : </a:t>
            </a:r>
            <a:endParaRPr sz="180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Dynamic prompt Stamp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every Authentication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Authenication done in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than a second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Functions with full efficiency even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without Internet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Quad Level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Custom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Algorithm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API's enhance </a:t>
            </a: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 standards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243955" y="1470660"/>
            <a:ext cx="5513070" cy="2306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Problem Resolution : </a:t>
            </a:r>
            <a:endParaRPr sz="1800">
              <a:solidFill>
                <a:schemeClr val="accen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b="1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Multifactor authentication system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delivers seamless security, excelling even in the most challenging low network zones.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Eliminates vulnerabilities of traditional 6-digit OTPs, offering unbreachable security that redefines industry standards.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114415" y="1463040"/>
            <a:ext cx="5543550" cy="2352675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114415" y="3908425"/>
            <a:ext cx="5543550" cy="2177415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34975" y="1470660"/>
            <a:ext cx="5543550" cy="460883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Your startup LOGO" id="121" name="Google Shape;121;p3"/>
          <p:cNvSpPr/>
          <p:nvPr/>
        </p:nvSpPr>
        <p:spPr>
          <a:xfrm>
            <a:off x="329565" y="252095"/>
            <a:ext cx="1929765" cy="80708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CODESTRIX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8285" y="1782445"/>
            <a:ext cx="5934710" cy="346138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609600" y="1591945"/>
            <a:ext cx="4067175" cy="4266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Development: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Next.js &amp; Express.js - Core technologies used for developing the OTH Algorithm.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Application Development: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Flutter - Framework used for building the mobile application, ensuring cross-platform compatibility.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and Security: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encryption algorithm powered by 8 layer octa 512 bit encryption for secure data transmission and authentication.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Services: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- Relational database management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 - High responsive Rest APIs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34975" y="1470660"/>
            <a:ext cx="4258310" cy="460883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476240" y="1270000"/>
            <a:ext cx="2887980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PROCESS FLOW ARCHITECTURE</a:t>
            </a:r>
            <a:endParaRPr b="1" sz="16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20285" y="5497830"/>
            <a:ext cx="6887210" cy="588010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368925" y="5490210"/>
            <a:ext cx="618045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Status: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80% product built completed and further build is on progress. Testing and validation process are next to be undergone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609600" y="8128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4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8" name="Google Shape;138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310640" y="2228853"/>
            <a:ext cx="9385300" cy="307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Financial, Market,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Financial, Market,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overcoming these challenges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Methods, principle, Strategies, Algorithms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49;p5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0" name="Google Shape;150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09600" y="2533653"/>
            <a:ext cx="11582400" cy="2614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Positive- Improvement , Economical, New Opportunities, socialbenefits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negative- Cost, Technology Adoption Issues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-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Access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Empowerment, Reduction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Economic –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Productivity, Cost, Market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 –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Energy, Reduction, Waste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609600" y="2795263"/>
            <a:ext cx="9385300" cy="1383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Elsevier , Science Direct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3" name="Google Shape;163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2" name="Google Shape;172;p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AE5F1"/>
          </a:solidFill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885" lvl="0" marL="5143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b="1"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623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b="1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100" y="238575"/>
            <a:ext cx="2079532" cy="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2013-12-12T18:46:00Z</dcterms:created>
  <dc:creator>Crowdfunder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F549C18D903C4E5EBEC3E7EB818338FD_12</vt:lpwstr>
  </property>
  <property fmtid="{D5CDD505-2E9C-101B-9397-08002B2CF9AE}" pid="3" name="KSOProductBuildVer">
    <vt:lpwstr>1033-12.2.0.18165</vt:lpwstr>
  </property>
</Properties>
</file>